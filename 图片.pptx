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803741" y="3238341"/>
            <a:ext cx="584517" cy="381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辉</cp:lastModifiedBy>
  <cp:revision>7</cp:revision>
  <dcterms:created xsi:type="dcterms:W3CDTF">2023-08-09T12:44:00Z</dcterms:created>
  <dcterms:modified xsi:type="dcterms:W3CDTF">2026-05-13T04:34:15Z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219831EE1D4C4720AFB28DC677CAC56D_12</vt:lpwstr>
  </property>
</Properties>
</file>